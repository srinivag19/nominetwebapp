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02C"/>
                </a:solidFill>
              </a:defRPr>
            </a:pPr>
            <a:r>
              <a:t>Automated AI Code Review for Pull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66573"/>
                </a:solidFill>
              </a:defRPr>
            </a:pPr>
            <a:r>
              <a:t>A RAG-style GitHub Action that reviews code changes and comments directly on PRs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8803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A GitHub Action that runs on pull requests, sends the code diff plus local review rules to OpenAI, and posts useful review comments.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73152" cy="2194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02996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Why it helps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8803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It gives faster feedback on bugs, security risks, Angular/TypeScript issues, and missing tests before a human review starts.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73152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02996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How it is controlled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468880"/>
            <a:ext cx="28803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Secrets stay in GitHub, the model is configurable, and the workflow limits how many files and comments are reviewed.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5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02C"/>
                </a:solidFill>
              </a:defRPr>
            </a:pPr>
            <a:r>
              <a:t>How the PR Review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66573"/>
                </a:solidFill>
              </a:defRPr>
            </a:pPr>
            <a:r>
              <a:t>The agent reviews only the pull request changes, not the whole repository every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40280"/>
            <a:ext cx="1600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4144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1. PR opened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188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Developer opens or updates a pull 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76272" y="3246120"/>
            <a:ext cx="24688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68880" y="2240280"/>
            <a:ext cx="1600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68880" y="2240280"/>
            <a:ext cx="73152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244144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2. Action 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880360"/>
            <a:ext cx="1188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GitHub runs the AI Code Review workflow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96512" y="3246120"/>
            <a:ext cx="24688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89120" y="2240280"/>
            <a:ext cx="1600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2240280"/>
            <a:ext cx="73152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244144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3. Diff collected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80360"/>
            <a:ext cx="1188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The script reads changed files and changed lines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16752" y="3246120"/>
            <a:ext cx="24688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60" y="2240280"/>
            <a:ext cx="1600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2240280"/>
            <a:ext cx="73152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244144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4. RAG context added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80360"/>
            <a:ext cx="1188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Local review guidelines are retrieved and included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36992" y="3246120"/>
            <a:ext cx="246887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0" y="2240280"/>
            <a:ext cx="1600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224028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244144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5. OpenAI reviews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880360"/>
            <a:ext cx="1188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The model returns structured findings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57232" y="3246120"/>
            <a:ext cx="24688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149840" y="2240280"/>
            <a:ext cx="1600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149840" y="2240280"/>
            <a:ext cx="73152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78440" y="244144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6. PR comments posted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2880360"/>
            <a:ext cx="1188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GitHub receives inline review comments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5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02C"/>
                </a:solidFill>
              </a:defRPr>
            </a:pPr>
            <a:r>
              <a:t>What Makes It a RAG-Style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66573"/>
                </a:solidFill>
              </a:defRPr>
            </a:pPr>
            <a:r>
              <a:t>RAG means the AI gets extra repository-specific knowledge before answering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375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73152" cy="3108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92808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92607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The script reads our local review guidelines file and selects the most relevant sections for the changed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91640"/>
            <a:ext cx="33375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691640"/>
            <a:ext cx="73152" cy="3108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892808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Augmentation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292607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Those guidelines are sent together with the PR diff, so the model has project context instead of reviewing blindly.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91640"/>
            <a:ext cx="33375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691640"/>
            <a:ext cx="73152" cy="3108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892808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292607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OpenAI generates a structured review: file path, changed line number, severity, and comment 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5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02C"/>
                </a:solidFill>
              </a:defRPr>
            </a:pPr>
            <a:r>
              <a:t>What We Added to the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66573"/>
                </a:solidFill>
              </a:defRPr>
            </a:pPr>
            <a:r>
              <a:t>Small, self-contained files that can be maintained by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9202C"/>
                </a:solidFill>
              </a:defRPr>
            </a:pPr>
            <a:r>
              <a:t>.github/workflows/ai-code-review.yml - starts the review when a PR changes</a:t>
            </a:r>
          </a:p>
          <a:p>
            <a:pPr>
              <a:spcAft>
                <a:spcPts val="1000"/>
              </a:spcAft>
              <a:defRPr sz="1900">
                <a:solidFill>
                  <a:srgbClr val="19202C"/>
                </a:solidFill>
              </a:defRPr>
            </a:pPr>
            <a:r>
              <a:t>nominetWebApp/.github/scripts/ai-code-review.mjs - the review agent logic</a:t>
            </a:r>
          </a:p>
          <a:p>
            <a:pPr>
              <a:spcAft>
                <a:spcPts val="1000"/>
              </a:spcAft>
              <a:defRPr sz="1900">
                <a:solidFill>
                  <a:srgbClr val="19202C"/>
                </a:solidFill>
              </a:defRPr>
            </a:pPr>
            <a:r>
              <a:t>nominetWebApp/.github/ai-review-guidelines.md - local review knowledge base</a:t>
            </a:r>
          </a:p>
          <a:p>
            <a:pPr>
              <a:spcAft>
                <a:spcPts val="1000"/>
              </a:spcAft>
              <a:defRPr sz="1900">
                <a:solidFill>
                  <a:srgbClr val="19202C"/>
                </a:solidFill>
              </a:defRPr>
            </a:pPr>
            <a:r>
              <a:t>nominetWebApp/.github/AI_CODE_REVIEW_SETUP.md - setup and tuning notes</a:t>
            </a:r>
          </a:p>
          <a:p>
            <a:pPr>
              <a:spcAft>
                <a:spcPts val="1000"/>
              </a:spcAft>
              <a:defRPr sz="1900">
                <a:solidFill>
                  <a:srgbClr val="19202C"/>
                </a:solidFill>
              </a:defRPr>
            </a:pPr>
            <a:r>
              <a:t>A temporary test change was added so the reviewer can flag an unsafe innerHTML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5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02C"/>
                </a:solidFill>
              </a:defRPr>
            </a:pPr>
            <a:r>
              <a:t>What We Need From the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66573"/>
                </a:solidFill>
              </a:defRPr>
            </a:pPr>
            <a:r>
              <a:t>The company controls access, billing, and policy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73152" cy="3337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013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GitHub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Permission to add GitHub Actions workflows, repository secrets, and PR comment permissions.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73152" cy="3337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8013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OpenAI API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A company-owned OpenAI API project, billing enabled, usage budget set, and an API key stored only as a GitHub secret.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600200"/>
            <a:ext cx="73152" cy="3337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8013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02C"/>
                </a:solidFill>
              </a:defRPr>
            </a:pPr>
            <a:r>
              <a:t>Security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240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66573"/>
                </a:solidFill>
              </a:defRPr>
            </a:pPr>
            <a:r>
              <a:t>Agreement on what code can be sent to OpenAI, which branches run the workflow, and who owns review guideline updates.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5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02C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66573"/>
                </a:solidFill>
              </a:defRPr>
            </a:pPr>
            <a:r>
              <a:t>A safe rollout path for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9202C"/>
                </a:solidFill>
              </a:defRPr>
            </a:pPr>
            <a:r>
              <a:t>Merge the workflow into the default branch first, then test with a new PR.</a:t>
            </a:r>
          </a:p>
          <a:p>
            <a:pPr>
              <a:spcAft>
                <a:spcPts val="1000"/>
              </a:spcAft>
              <a:defRPr sz="1900">
                <a:solidFill>
                  <a:srgbClr val="19202C"/>
                </a:solidFill>
              </a:defRPr>
            </a:pPr>
            <a:r>
              <a:t>Use a company OpenAI API key with a small monthly budget limit to control cost.</a:t>
            </a:r>
          </a:p>
          <a:p>
            <a:pPr>
              <a:spcAft>
                <a:spcPts val="1000"/>
              </a:spcAft>
              <a:defRPr sz="1900">
                <a:solidFill>
                  <a:srgbClr val="19202C"/>
                </a:solidFill>
              </a:defRPr>
            </a:pPr>
            <a:r>
              <a:t>Start with advisory comments only; do not block merges until the team trusts the signal.</a:t>
            </a:r>
          </a:p>
          <a:p>
            <a:pPr>
              <a:spcAft>
                <a:spcPts val="1000"/>
              </a:spcAft>
              <a:defRPr sz="1900">
                <a:solidFill>
                  <a:srgbClr val="19202C"/>
                </a:solidFill>
              </a:defRPr>
            </a:pPr>
            <a:r>
              <a:t>Tune the review guidelines after a few real PRs to reduce noise and improve value.</a:t>
            </a:r>
          </a:p>
          <a:p>
            <a:pPr>
              <a:spcAft>
                <a:spcPts val="1000"/>
              </a:spcAft>
              <a:defRPr sz="1900">
                <a:solidFill>
                  <a:srgbClr val="19202C"/>
                </a:solidFill>
              </a:defRPr>
            </a:pPr>
            <a:r>
              <a:t>Remove the temporary unsafe innerHTML test change after confirming comments are posted.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5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536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Gopinath Srinivasan</cp:lastModifiedBy>
  <cp:revision>1</cp:revision>
  <dcterms:created xsi:type="dcterms:W3CDTF">2013-01-27T09:14:16Z</dcterms:created>
  <dcterms:modified xsi:type="dcterms:W3CDTF">2026-07-05T20:16:11Z</dcterms:modified>
  <cp:category/>
</cp:coreProperties>
</file>